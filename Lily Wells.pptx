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519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68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82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64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27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353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695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7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0140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042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877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966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app.powerbi.com/links/Z09W1JN7ct?ctid=bbce5c37-f181-4d0c-9310-7f877336e1cf&amp;pbi_source=linkShar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wellslily223/Capstone_3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EACE9A-8482-F4B8-E5FA-87BDE1D4AC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08" b="138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1"/>
            <a:ext cx="12191999" cy="137160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4572CC-E033-1CC7-50D2-F60435E8B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15007"/>
            <a:ext cx="7983070" cy="958655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3600" dirty="0"/>
              <a:t>South Region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A00CFD-FA07-EE2A-6DBB-B8F208718B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3110" y="5715007"/>
            <a:ext cx="3633533" cy="958655"/>
          </a:xfrm>
        </p:spPr>
        <p:txBody>
          <a:bodyPr anchor="ctr">
            <a:normAutofit/>
          </a:bodyPr>
          <a:lstStyle/>
          <a:p>
            <a:pPr algn="r"/>
            <a:r>
              <a:rPr lang="en-US" sz="1800" dirty="0"/>
              <a:t>By Lily Wells</a:t>
            </a:r>
          </a:p>
        </p:txBody>
      </p:sp>
    </p:spTree>
    <p:extLst>
      <p:ext uri="{BB962C8B-B14F-4D97-AF65-F5344CB8AC3E}">
        <p14:creationId xmlns:p14="http://schemas.microsoft.com/office/powerpoint/2010/main" val="3860345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F68D7-1300-86A9-252E-4FB438CC8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will I be analyzing?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A0A9B-07A9-2C8A-EF31-029039888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this report, I will analyze the following visualization prompts using Power BI:</a:t>
            </a:r>
          </a:p>
          <a:p>
            <a:r>
              <a:rPr lang="en-US" dirty="0"/>
              <a:t>The full period of sales trends covered by the data.</a:t>
            </a:r>
          </a:p>
          <a:p>
            <a:r>
              <a:rPr lang="en-US" dirty="0"/>
              <a:t>Sales performance by category.</a:t>
            </a:r>
          </a:p>
          <a:p>
            <a:r>
              <a:rPr lang="en-US" dirty="0"/>
              <a:t>Relative sales for each state in the region.</a:t>
            </a:r>
          </a:p>
          <a:p>
            <a:r>
              <a:rPr lang="en-US" dirty="0"/>
              <a:t>Top selling books (excluding textbooks) for my region.</a:t>
            </a:r>
          </a:p>
        </p:txBody>
      </p:sp>
    </p:spTree>
    <p:extLst>
      <p:ext uri="{BB962C8B-B14F-4D97-AF65-F5344CB8AC3E}">
        <p14:creationId xmlns:p14="http://schemas.microsoft.com/office/powerpoint/2010/main" val="2981605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625E3-05F9-8618-BFBF-9B2A843C5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347133"/>
          </a:xfrm>
        </p:spPr>
        <p:txBody>
          <a:bodyPr>
            <a:normAutofit fontScale="90000"/>
          </a:bodyPr>
          <a:lstStyle/>
          <a:p>
            <a:r>
              <a:rPr lang="en-US" sz="1800" dirty="0"/>
              <a:t>Count of sales amount By transaction date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8D68D9C3-27AC-2BAD-1136-8BAE6AE87D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87406" y="1338580"/>
            <a:ext cx="6617188" cy="37401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BF35786-FC90-C00E-AF2D-B57458548AF1}"/>
              </a:ext>
            </a:extLst>
          </p:cNvPr>
          <p:cNvSpPr txBox="1"/>
          <p:nvPr/>
        </p:nvSpPr>
        <p:spPr>
          <a:xfrm>
            <a:off x="3220720" y="5297269"/>
            <a:ext cx="7548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highest point in our data takes place on October 23</a:t>
            </a:r>
            <a:r>
              <a:rPr lang="en-US" baseline="30000" dirty="0"/>
              <a:t>rd</a:t>
            </a:r>
            <a:r>
              <a:rPr lang="en-US" dirty="0"/>
              <a:t>, 2025.</a:t>
            </a:r>
          </a:p>
          <a:p>
            <a:r>
              <a:rPr lang="en-US" dirty="0"/>
              <a:t>The lowest point in our data takes place on January 25</a:t>
            </a:r>
            <a:r>
              <a:rPr lang="en-US" baseline="30000" dirty="0"/>
              <a:t>th</a:t>
            </a:r>
            <a:r>
              <a:rPr lang="en-US" dirty="0"/>
              <a:t>, 2022.</a:t>
            </a:r>
          </a:p>
        </p:txBody>
      </p:sp>
    </p:spTree>
    <p:extLst>
      <p:ext uri="{BB962C8B-B14F-4D97-AF65-F5344CB8AC3E}">
        <p14:creationId xmlns:p14="http://schemas.microsoft.com/office/powerpoint/2010/main" val="541648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68EA6-751A-55FB-01C0-F1424301A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330200"/>
          </a:xfrm>
        </p:spPr>
        <p:txBody>
          <a:bodyPr>
            <a:normAutofit fontScale="90000"/>
          </a:bodyPr>
          <a:lstStyle/>
          <a:p>
            <a:r>
              <a:rPr lang="en-US" sz="1800" dirty="0"/>
              <a:t>Count of sale amount by category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EF33ACC-1E46-774C-C91C-B5AF93BC4E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77445" y="1244600"/>
            <a:ext cx="6637109" cy="37401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F9D67AD-D6FF-DF9C-1363-E8F9AECD506B}"/>
              </a:ext>
            </a:extLst>
          </p:cNvPr>
          <p:cNvSpPr txBox="1"/>
          <p:nvPr/>
        </p:nvSpPr>
        <p:spPr>
          <a:xfrm>
            <a:off x="2777445" y="5103706"/>
            <a:ext cx="7048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category with the highest sales amount is Stationary and Supplies. </a:t>
            </a:r>
          </a:p>
          <a:p>
            <a:r>
              <a:rPr lang="en-US" dirty="0"/>
              <a:t>The category with the lowest sale amount is Books (general).</a:t>
            </a:r>
          </a:p>
        </p:txBody>
      </p:sp>
    </p:spTree>
    <p:extLst>
      <p:ext uri="{BB962C8B-B14F-4D97-AF65-F5344CB8AC3E}">
        <p14:creationId xmlns:p14="http://schemas.microsoft.com/office/powerpoint/2010/main" val="1610270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21DB0-0A41-FE8E-6713-E2FF03825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330200"/>
          </a:xfrm>
        </p:spPr>
        <p:txBody>
          <a:bodyPr>
            <a:normAutofit fontScale="90000"/>
          </a:bodyPr>
          <a:lstStyle/>
          <a:p>
            <a:r>
              <a:rPr lang="en-US" sz="1800" dirty="0"/>
              <a:t>Sum of sale amount by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9CFADD-23EA-B400-0E6E-1FE93AA219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0814" y="1244600"/>
            <a:ext cx="6730371" cy="37401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DF4179-D60D-B31E-EAD7-182E56A685D9}"/>
              </a:ext>
            </a:extLst>
          </p:cNvPr>
          <p:cNvSpPr txBox="1"/>
          <p:nvPr/>
        </p:nvSpPr>
        <p:spPr>
          <a:xfrm>
            <a:off x="1879600" y="5244068"/>
            <a:ext cx="8593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largest sale amount by state is Maryland with a total of 11.45M. </a:t>
            </a:r>
          </a:p>
          <a:p>
            <a:r>
              <a:rPr lang="en-US" dirty="0"/>
              <a:t>The smallest sale amount by state is Massachusetts with a total of 0.65M.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6953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F94D1-D83B-84DC-3FA0-CF44343DA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338667"/>
          </a:xfrm>
        </p:spPr>
        <p:txBody>
          <a:bodyPr>
            <a:normAutofit fontScale="90000"/>
          </a:bodyPr>
          <a:lstStyle/>
          <a:p>
            <a:r>
              <a:rPr lang="en-US" sz="2000" dirty="0"/>
              <a:t>Top selling books (excluding textbooks)  </a:t>
            </a:r>
            <a:br>
              <a:rPr lang="en-US" dirty="0"/>
            </a:br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8EE82EFB-B86A-052A-0313-5FC624CCB9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7828" y="1348740"/>
            <a:ext cx="4856877" cy="37401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8B9652-E7AB-1823-7028-60822EAE4857}"/>
              </a:ext>
            </a:extLst>
          </p:cNvPr>
          <p:cNvSpPr txBox="1"/>
          <p:nvPr/>
        </p:nvSpPr>
        <p:spPr>
          <a:xfrm>
            <a:off x="700635" y="5007610"/>
            <a:ext cx="53953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taking textbooks into accountability and only measuring authored books (novels, chapter books, </a:t>
            </a:r>
            <a:r>
              <a:rPr lang="en-US" dirty="0" err="1"/>
              <a:t>etc</a:t>
            </a:r>
            <a:r>
              <a:rPr lang="en-US" dirty="0"/>
              <a:t>), the titles with the highest sales amounts are Collapse and Life of Pi with an amount of 29.30.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DFBF8-4E02-32FD-1F2D-E080838EC7B7}"/>
              </a:ext>
            </a:extLst>
          </p:cNvPr>
          <p:cNvSpPr txBox="1"/>
          <p:nvPr/>
        </p:nvSpPr>
        <p:spPr>
          <a:xfrm>
            <a:off x="6096000" y="5006340"/>
            <a:ext cx="523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According to the data list, the lowest selling books are Born a Crime and Harry Potter and the Prisoner of Azkaban at a sale amount of 12.12.</a:t>
            </a:r>
          </a:p>
        </p:txBody>
      </p:sp>
    </p:spTree>
    <p:extLst>
      <p:ext uri="{BB962C8B-B14F-4D97-AF65-F5344CB8AC3E}">
        <p14:creationId xmlns:p14="http://schemas.microsoft.com/office/powerpoint/2010/main" val="65239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A09A-971D-8CCD-2D59-3181E7957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800" dirty="0"/>
              <a:t>Power BI Service Report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63422-ED05-46FE-630E-726AE7B77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u="sng" dirty="0">
                <a:hlinkClick r:id="rId2"/>
              </a:rPr>
              <a:t>https://app.powerbi.com/links/Z09W1JN7ct?ctid=bbce5c37-f181-4d0c-9310-7f877336e1cf&amp;pbi_source=linkShare</a:t>
            </a:r>
            <a:r>
              <a:rPr lang="en-US" u="sng" dirty="0"/>
              <a:t>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A39AA5-6E57-616F-574D-CC8E9604B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9313" y="3224184"/>
            <a:ext cx="3753374" cy="409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980BB8-7D52-2C03-64AF-8F2B4067B6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577" y="3708401"/>
            <a:ext cx="2114845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46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1CA93-9CAF-9F07-F6D4-1C1B3003C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000" dirty="0" err="1"/>
              <a:t>Github</a:t>
            </a:r>
            <a:r>
              <a:rPr lang="en-US" sz="2000" dirty="0"/>
              <a:t>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71DBC-F079-CFCC-C911-F46FD9225F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367" y="1815592"/>
            <a:ext cx="10691265" cy="3739896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https://github.com/wellslily223/Capstone_3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Please feel free to check it if you have any further questions!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BAEE6B-4AA5-5278-BE7E-B9ABC6A63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5570" y="2788278"/>
            <a:ext cx="4854990" cy="3226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489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32BDA-1CD6-73BE-E461-88D20E349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367" y="2540000"/>
            <a:ext cx="10691265" cy="1307592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10A49C-1A96-A556-2340-505976B066A8}"/>
              </a:ext>
            </a:extLst>
          </p:cNvPr>
          <p:cNvSpPr txBox="1"/>
          <p:nvPr/>
        </p:nvSpPr>
        <p:spPr>
          <a:xfrm>
            <a:off x="2218266" y="3674534"/>
            <a:ext cx="99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appreciate your time, patience and attention. 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3869408276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2395</TotalTime>
  <Words>304</Words>
  <Application>Microsoft Office PowerPoint</Application>
  <PresentationFormat>Widescreen</PresentationFormat>
  <Paragraphs>27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Calisto MT</vt:lpstr>
      <vt:lpstr>Univers Condensed</vt:lpstr>
      <vt:lpstr>ChronicleVTI</vt:lpstr>
      <vt:lpstr>South Region Analysis</vt:lpstr>
      <vt:lpstr>What will I be analyzing?</vt:lpstr>
      <vt:lpstr>Count of sales amount By transaction date</vt:lpstr>
      <vt:lpstr>Count of sale amount by category</vt:lpstr>
      <vt:lpstr>Sum of sale amount by state</vt:lpstr>
      <vt:lpstr>Top selling books (excluding textbooks)   </vt:lpstr>
      <vt:lpstr>Power BI Service Report</vt:lpstr>
      <vt:lpstr>Github repository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lily wells</dc:creator>
  <cp:lastModifiedBy>lily wells</cp:lastModifiedBy>
  <cp:revision>21</cp:revision>
  <dcterms:created xsi:type="dcterms:W3CDTF">2026-06-24T16:48:41Z</dcterms:created>
  <dcterms:modified xsi:type="dcterms:W3CDTF">2026-06-26T08:44:28Z</dcterms:modified>
</cp:coreProperties>
</file>